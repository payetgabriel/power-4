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" charset="1" panose="020B0500040000020004"/>
      <p:regular r:id="rId15"/>
    </p:embeddedFont>
    <p:embeddedFont>
      <p:font typeface="Georgia Pro Condensed" charset="1" panose="02040506050405020303"/>
      <p:regular r:id="rId16"/>
    </p:embeddedFont>
    <p:embeddedFont>
      <p:font typeface="Helvetica World Bold" charset="1" panose="020B0800040000020004"/>
      <p:regular r:id="rId17"/>
    </p:embeddedFont>
    <p:embeddedFont>
      <p:font typeface="Helvetica World Bold Italics" charset="1" panose="020B080004000009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0125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E0E7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Timéo , Gabriel , Clement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1149" y="1014420"/>
            <a:ext cx="10179102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spc="-420">
                <a:solidFill>
                  <a:srgbClr val="F2A9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Projet </a:t>
            </a:r>
          </a:p>
          <a:p>
            <a:pPr algn="l" marL="0" indent="0" lvl="0">
              <a:lnSpc>
                <a:spcPts val="12000"/>
              </a:lnSpc>
            </a:pPr>
            <a:r>
              <a:rPr lang="en-US" sz="12000" spc="-420">
                <a:solidFill>
                  <a:srgbClr val="F2A9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Puissance 4 Web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250908" y="7482388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40104" y="6393977"/>
            <a:ext cx="64038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E0E7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https://github.com/PayetGabriel/power-4.git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125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2A9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Problématique &amp; Objectifs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Identification des enjeux et buts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Problème identifié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0450"/>
              <a:ext cx="5744662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Connection a la BDD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Esthétique et échelle du FrontEnd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Problème de Priorité du code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91388" y="5143500"/>
            <a:ext cx="4010025" cy="3254375"/>
            <a:chOff x="0" y="0"/>
            <a:chExt cx="5346700" cy="43391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Objectifs mesurables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346700" cy="3278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Sécuriser les données utilisateurs 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Gérer les Animations jeton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Gérer les liens entre les différentes pages 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5143500"/>
            <a:ext cx="4010025" cy="2206625"/>
            <a:chOff x="0" y="0"/>
            <a:chExt cx="5346700" cy="29421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motivation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73150"/>
              <a:ext cx="5346700" cy="186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Produire un résultat concret et esthétique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Etre fier du projet rendu 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125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2A9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État de l’art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Analyse des solutions existantes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0225" y="5143500"/>
            <a:ext cx="4308497" cy="1463675"/>
            <a:chOff x="0" y="0"/>
            <a:chExt cx="5744662" cy="19515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22350"/>
              <a:ext cx="5744662" cy="92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098698" y="5143500"/>
            <a:ext cx="4010025" cy="2549525"/>
            <a:chOff x="0" y="0"/>
            <a:chExt cx="5346700" cy="33993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Limites actuelles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Sécurisation de Url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IA de jeu intelligente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10586235" y="5314950"/>
            <a:ext cx="4010025" cy="2206625"/>
            <a:chOff x="0" y="0"/>
            <a:chExt cx="5346700" cy="2942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Solution Possibles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3150"/>
              <a:ext cx="5346700" cy="186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Utilisation de HTTPS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IA simple embarquée</a:t>
              </a:r>
            </a:p>
            <a:p>
              <a:pPr algn="l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125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2028909"/>
            <a:chOff x="0" y="0"/>
            <a:chExt cx="17665700" cy="27052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2A9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Architecture &amp; Technologies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7687"/>
              <a:ext cx="17665700" cy="51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1791" y="4086225"/>
            <a:ext cx="4308497" cy="3254375"/>
            <a:chOff x="0" y="0"/>
            <a:chExt cx="5744662" cy="43391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Architecture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0450"/>
              <a:ext cx="5744662" cy="3278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Pattern MVC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 de données MySQL via XAMPP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Architecture modulaire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8988" y="4086225"/>
            <a:ext cx="4010025" cy="3263900"/>
            <a:chOff x="0" y="0"/>
            <a:chExt cx="5346700" cy="43518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Technologies / langages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73150"/>
              <a:ext cx="5346700" cy="3278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Golang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Html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Css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Java Script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08052" y="4221163"/>
            <a:ext cx="4010025" cy="2549525"/>
            <a:chOff x="0" y="0"/>
            <a:chExt cx="5346700" cy="33993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Code Organization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Dossiers et sous Dossiers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Main lançant le jeu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FrontEnd a part 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F6D8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F6D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F6D8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>
                <a:solidFill>
                  <a:srgbClr val="E0E7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Modes de Jeu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>
                <a:solidFill>
                  <a:srgbClr val="E0E7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Login / Register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E0E7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Mode Clair/Sombre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F2A9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Fonctionnalités Clés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4312" y="4461132"/>
            <a:ext cx="4773175" cy="3606286"/>
            <a:chOff x="0" y="0"/>
            <a:chExt cx="1940193" cy="14658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40195" cy="1465891"/>
            </a:xfrm>
            <a:custGeom>
              <a:avLst/>
              <a:gdLst/>
              <a:ahLst/>
              <a:cxnLst/>
              <a:rect r="r" b="b" t="t" l="l"/>
              <a:pathLst>
                <a:path h="1465891" w="1940195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2"/>
              <a:stretch>
                <a:fillRect l="-118" t="0" r="-118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757412" y="4461132"/>
            <a:ext cx="4773175" cy="3606286"/>
            <a:chOff x="0" y="0"/>
            <a:chExt cx="1940193" cy="14658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0195" cy="1465891"/>
            </a:xfrm>
            <a:custGeom>
              <a:avLst/>
              <a:gdLst/>
              <a:ahLst/>
              <a:cxnLst/>
              <a:rect r="r" b="b" t="t" l="l"/>
              <a:pathLst>
                <a:path h="1465891" w="1940195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3"/>
              <a:stretch>
                <a:fillRect l="-118" t="0" r="-118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10512" y="4461132"/>
            <a:ext cx="4773175" cy="3606286"/>
            <a:chOff x="0" y="0"/>
            <a:chExt cx="1940193" cy="14658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40195" cy="1465891"/>
            </a:xfrm>
            <a:custGeom>
              <a:avLst/>
              <a:gdLst/>
              <a:ahLst/>
              <a:cxnLst/>
              <a:rect r="r" b="b" t="t" l="l"/>
              <a:pathLst>
                <a:path h="1465891" w="1940195">
                  <a:moveTo>
                    <a:pt x="1452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88218"/>
                  </a:lnTo>
                  <a:cubicBezTo>
                    <a:pt x="0" y="1386344"/>
                    <a:pt x="79547" y="1465891"/>
                    <a:pt x="177673" y="1465891"/>
                  </a:cubicBezTo>
                  <a:lnTo>
                    <a:pt x="1762522" y="1465891"/>
                  </a:lnTo>
                  <a:cubicBezTo>
                    <a:pt x="1860648" y="1465891"/>
                    <a:pt x="1940195" y="1386344"/>
                    <a:pt x="1940195" y="1288218"/>
                  </a:cubicBezTo>
                  <a:lnTo>
                    <a:pt x="1940195" y="523958"/>
                  </a:lnTo>
                  <a:cubicBezTo>
                    <a:pt x="1940195" y="480251"/>
                    <a:pt x="1924085" y="438079"/>
                    <a:pt x="1894946" y="405503"/>
                  </a:cubicBezTo>
                  <a:lnTo>
                    <a:pt x="1585169" y="59214"/>
                  </a:lnTo>
                  <a:cubicBezTo>
                    <a:pt x="1551465" y="21536"/>
                    <a:pt x="1503305" y="0"/>
                    <a:pt x="1452752" y="0"/>
                  </a:cubicBezTo>
                  <a:close/>
                </a:path>
              </a:pathLst>
            </a:custGeom>
            <a:blipFill>
              <a:blip r:embed="rId4"/>
              <a:stretch>
                <a:fillRect l="-118" t="0" r="-118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125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2A9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Données &amp; Performance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Analyse des résultats et contraintes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Jeu de données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0450"/>
              <a:ext cx="5744662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ckag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MySQL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 ID,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rna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Passwor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hach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é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(H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h64)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Données dédiées à l'authentification uniquement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91388" y="5143500"/>
            <a:ext cx="4010025" cy="2549525"/>
            <a:chOff x="0" y="0"/>
            <a:chExt cx="5346700" cy="33993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Contraintes techniques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rfor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mances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nfig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ura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ion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PC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: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jou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 p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 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Métriques de performance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erface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réac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ve 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uid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rapi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à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la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don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née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Gam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sans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125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2A9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Qualité et Sécurité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Approches pour assurer la robustesse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Outils de test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0450"/>
              <a:ext cx="5744662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à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cha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q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Vérification continue du bon fonctionnement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Bonnes pratiques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ts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pass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haché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Code commenté et fonctions clairement nommées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Résultats obtenus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5346700" cy="3278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oj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et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ab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Problèmes identifiés et résolus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 solide pour évolutions futures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125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2A900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Limites et Perspectives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Analyse des défis et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0225" y="5143500"/>
            <a:ext cx="4308497" cy="3606800"/>
            <a:chOff x="0" y="0"/>
            <a:chExt cx="5744662" cy="480906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Limites identifiées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0450"/>
              <a:ext cx="5744662" cy="3748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Ab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'IA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pou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l'o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Pas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tijou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lig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épendance à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XAMPP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nv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ronn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 lo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Pistes d’amélioration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tég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rati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 d'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ni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ux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diffi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é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Dév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pement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 mode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ult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ijoue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 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lign</a:t>
              </a:r>
              <a:r>
                <a:rPr lang="en-US" sz="2000" spc="-30" strike="noStrike" u="none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5143500"/>
            <a:ext cx="4010025" cy="3959225"/>
            <a:chOff x="0" y="0"/>
            <a:chExt cx="5346700" cy="52789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0E7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Perspectives d’évolution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5346700" cy="4218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Système de points avec classement et animations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Modes de jeu alternatifs (gravité inversée, etc.)</a:t>
              </a:r>
            </a:p>
            <a:p>
              <a:pPr algn="l">
                <a:lnSpc>
                  <a:spcPts val="2800"/>
                </a:lnSpc>
              </a:pP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spc="-30">
                  <a:solidFill>
                    <a:srgbClr val="E0E7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Déploiement en ligne et version mobile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E0E7F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0" y="8275955"/>
            <a:ext cx="8324850" cy="134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3800" i="true" spc="-57">
                <a:solidFill>
                  <a:srgbClr val="E0E7F1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Répartition des rôles et responsabilités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2A9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Équipe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87611" y="3464786"/>
            <a:ext cx="4178737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spc="-6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Timéo Dampierre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9817" y="5275172"/>
            <a:ext cx="3351847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spc="-6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Gabriel Payet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04161" y="7081928"/>
            <a:ext cx="4311968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spc="-6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Clement Gonzaga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62504" y="3614437"/>
            <a:ext cx="437279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3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Fonction backend jeu  , logique du Frontend et Bdd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13356" y="5418048"/>
            <a:ext cx="460401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3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Style Css et Logique FrontEnd , animation Jeton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13356" y="7224803"/>
            <a:ext cx="460401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spc="-3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Page d’accueille , Backend , et Animation Jeton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DAG5PcMfi68</dc:identifier>
  <dcterms:modified xsi:type="dcterms:W3CDTF">2011-08-01T06:04:30Z</dcterms:modified>
  <cp:revision>1</cp:revision>
  <dc:title>Projet Puissance 4</dc:title>
</cp:coreProperties>
</file>